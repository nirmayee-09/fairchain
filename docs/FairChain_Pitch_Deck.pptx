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FairChain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Fair &amp; Predictive Supply Chain Intelligence</a:t>
            </a:r>
          </a:p>
          <a:p/>
          <a:p>
            <a:r>
              <a:t>Garud (Data Engineer &amp; LLM Integration)</a:t>
            </a:r>
          </a:p>
          <a:p>
            <a:r>
              <a:t>Nirmayee (ML &amp; Dashboarding)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Massive Cost of Supply Chain Unreliability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faces massive logistical bottlenecks due to unpredicted disruptions:</a:t>
            </a:r>
          </a:p>
          <a:p>
            <a:r>
              <a:t>Floods and extreme weather events paralyze critical corridors.</a:t>
            </a:r>
          </a:p>
          <a:p>
            <a:r>
              <a:t>Reactive measures lead to huge inventory holding costs and spoilage.</a:t>
            </a:r>
          </a:p>
          <a:p>
            <a:r>
              <a:t>Billions of dollars lost annually to supply chain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Hidden Bias in Logistics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routing software isn't just slow; it's unfair.</a:t>
            </a:r>
          </a:p>
          <a:p>
            <a:r>
              <a:t>Models favor large Enterprise Transporters due to higher historical data volume.</a:t>
            </a:r>
          </a:p>
          <a:p>
            <a:r>
              <a:t>Local SME Transporters are unfairly penalized by 'low confidence' scores.</a:t>
            </a:r>
          </a:p>
          <a:p>
            <a:r>
              <a:t>Result: SMEs are locked out of emergency logistics contracts despite identical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FairChain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FairChain Advantage: We combine real-time anomaly detection with fairness-aware routing to predict disruptions before they happen, while ensuring equitable distribution of logistics contracts to SMEs.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4-Layer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Layer: Telematics, IMD Weather APIs, OSM routing data.</a:t>
            </a:r>
          </a:p>
          <a:p>
            <a:r>
              <a:t>2. ML Engine: Isolation Forests for Anomaly Detection + Fairness Scorecards.</a:t>
            </a:r>
          </a:p>
          <a:p>
            <a:r>
              <a:t>3. Explanation Broker: Google Gemini API turning ML scores into human-readable impact.</a:t>
            </a:r>
          </a:p>
          <a:p>
            <a:r>
              <a:t>4. Presentation: Mapbox &amp; Next.js Geospatial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Fairness Scorecards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actively debias AI routing decisions:</a:t>
            </a:r>
          </a:p>
          <a:p>
            <a:r>
              <a:t>Normalize ML confidence scores based on vendor size.</a:t>
            </a:r>
          </a:p>
          <a:p>
            <a:r>
              <a:t>Provide transparent 'Fairness Scores' for each recommendation.</a:t>
            </a:r>
          </a:p>
          <a:p>
            <a:r>
              <a:t>Prevent monopoly by enterprise carriers during crisis rerouting.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Quantified Efficiency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T-4 Hour Advantage: Our models alert managers 4 hours before official road closures.</a:t>
            </a:r>
          </a:p>
          <a:p>
            <a:r>
              <a:t>22% Cost Reduction during emergency rerouting by using qualified local SMEs.</a:t>
            </a:r>
          </a:p>
          <a:p>
            <a:r>
              <a:t>Open Innovation: An AI system designed from the ground up for equitable growth.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Port Authorities for real-time maritime capacity.</a:t>
            </a:r>
          </a:p>
          <a:p>
            <a:r>
              <a:t>Partnerships with Insurance Firms for dynamic risk premiums.</a:t>
            </a:r>
          </a:p>
          <a:p>
            <a:r>
              <a:t>Expansion to Multi-Modal Transport (Rail + Road).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